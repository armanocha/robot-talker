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RobotUI" Type="http://schemas.microsoft.com/office/2007/relationships/ui/extensibility" Target="customUI/customUI14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UI/_rels/customUI14.xml.rels><?xml version="1.0" encoding="UTF-8" standalone="yes"?>
<Relationships xmlns="http://schemas.openxmlformats.org/package/2006/relationships">
  <Relationship Id="robotIcon" Type="http://schemas.openxmlformats.org/officeDocument/2006/relationships/image" Target="images/robot.png"/>
</Relationships>

</file>

<file path=customUI/customUI14.xml><?xml version="1.0" encoding="utf-8"?>
<customUI xmlns="http://schemas.microsoft.com/office/2009/07/customui">
  <ribbon>
    <tabs>
      <tab id="robotTab" label="Robot">
        <group id="robotGroup" label="Talking robot">
          <button id="addRobot" label="Add talking robot" size="large" image="robotIcon" onAction="AddTalkingRobotButton" screentip="Add a talking robot" supertip="Type the words, and a robot walks onto this slide and says them."/>
        </group>
      </tab>
    </tabs>
  </ribbon>
</customUI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